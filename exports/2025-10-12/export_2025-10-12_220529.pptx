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://127.0.0.1:9000/exports/2025-10-12/frames/frame_001.png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://127.0.0.1:9000/exports/2025-10-12/frames/frame_002.pn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://127.0.0.1:9000/exports/2025-10-12/frames/frame_003.png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hyperlink" Target="http://127.0.0.1:9000/exports/2025-10-12/frames/frame_004.png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hyperlink" Target="http://127.0.0.1:9000/exports/2025-10-12/frames/frame_005.png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hyperlink" Target="http://127.0.0.1:9000/exports/2025-10-12/frames/frame_006.p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AISatyagrah Export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Date: 2025-10-12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6177280" cy="3474720"/>
          </a:xfrm>
          <a:prstGeom prst="rect">
            <a:avLst/>
          </a:prstGeom>
        </p:spPr>
      </p:pic>
      <p:sp>
        <p:nvSpPr>
          <p:cNvPr id="3" name="TextBox 2">
            <a:hlinkClick r:id="rId3"/>
          </p:cNvPr>
          <p:cNvSpPr txBox="1"/>
          <p:nvPr/>
        </p:nvSpPr>
        <p:spPr>
          <a:xfrm>
            <a:off x="731520" y="4480559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frame_001.png (11 KB)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6177280" cy="3474720"/>
          </a:xfrm>
          <a:prstGeom prst="rect">
            <a:avLst/>
          </a:prstGeom>
        </p:spPr>
      </p:pic>
      <p:sp>
        <p:nvSpPr>
          <p:cNvPr id="3" name="TextBox 2">
            <a:hlinkClick r:id="rId3"/>
          </p:cNvPr>
          <p:cNvSpPr txBox="1"/>
          <p:nvPr/>
        </p:nvSpPr>
        <p:spPr>
          <a:xfrm>
            <a:off x="731520" y="4480559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frame_002.png (12 KB)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6177280" cy="3474720"/>
          </a:xfrm>
          <a:prstGeom prst="rect">
            <a:avLst/>
          </a:prstGeom>
        </p:spPr>
      </p:pic>
      <p:sp>
        <p:nvSpPr>
          <p:cNvPr id="3" name="TextBox 2">
            <a:hlinkClick r:id="rId3"/>
          </p:cNvPr>
          <p:cNvSpPr txBox="1"/>
          <p:nvPr/>
        </p:nvSpPr>
        <p:spPr>
          <a:xfrm>
            <a:off x="731520" y="4480559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frame_003.png (12 KB)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4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6177280" cy="3474720"/>
          </a:xfrm>
          <a:prstGeom prst="rect">
            <a:avLst/>
          </a:prstGeom>
        </p:spPr>
      </p:pic>
      <p:sp>
        <p:nvSpPr>
          <p:cNvPr id="3" name="TextBox 2">
            <a:hlinkClick r:id="rId3"/>
          </p:cNvPr>
          <p:cNvSpPr txBox="1"/>
          <p:nvPr/>
        </p:nvSpPr>
        <p:spPr>
          <a:xfrm>
            <a:off x="731520" y="4480559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frame_004.png (12 KB)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5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6177280" cy="3474720"/>
          </a:xfrm>
          <a:prstGeom prst="rect">
            <a:avLst/>
          </a:prstGeom>
        </p:spPr>
      </p:pic>
      <p:sp>
        <p:nvSpPr>
          <p:cNvPr id="3" name="TextBox 2">
            <a:hlinkClick r:id="rId3"/>
          </p:cNvPr>
          <p:cNvSpPr txBox="1"/>
          <p:nvPr/>
        </p:nvSpPr>
        <p:spPr>
          <a:xfrm>
            <a:off x="731520" y="4480559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frame_005.png (12 KB)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6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6177280" cy="3474720"/>
          </a:xfrm>
          <a:prstGeom prst="rect">
            <a:avLst/>
          </a:prstGeom>
        </p:spPr>
      </p:pic>
      <p:sp>
        <p:nvSpPr>
          <p:cNvPr id="3" name="TextBox 2">
            <a:hlinkClick r:id="rId3"/>
          </p:cNvPr>
          <p:cNvSpPr txBox="1"/>
          <p:nvPr/>
        </p:nvSpPr>
        <p:spPr>
          <a:xfrm>
            <a:off x="731520" y="4480559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frame_006.png (12 KB)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