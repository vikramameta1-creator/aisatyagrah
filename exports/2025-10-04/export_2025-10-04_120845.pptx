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AISatyagrah Export — 2025-10-04</a:t>
            </a:r>
          </a:p>
        </p:txBody>
      </p:sp>
      <p:sp>
        <p:nvSpPr>
          <p:cNvPr id="3" name="Content Placeholder 2"/>
          <p:cNvSpPr/>
          <p:nvPr/>
        </p:nvSpPr>
        <p:spPr/>
        <p:txBody>
          <a:bodyPr/>
          <a:lstStyle/>
          <a:p>
            <a:r>
              <a:t>exports/2025-10-04/contact_sheet.pdf</a:t>
            </a:r>
          </a:p>
          <a:p>
            <a:r>
              <a:t>exports/2025-10-04/export.gif</a:t>
            </a:r>
          </a:p>
          <a:p>
            <a:r>
              <a:t>exports/2025-10-04/export.mp4</a:t>
            </a:r>
          </a:p>
          <a:p>
            <a:r>
              <a:t>exports/2025-10-04/export.pptx</a:t>
            </a:r>
          </a:p>
          <a:p>
            <a:r>
              <a:t>exports/2025-10-04/export_2025-10-04_111233.zip</a:t>
            </a:r>
          </a:p>
          <a:p>
            <a:r>
              <a:t>exports/2025-10-04/export_2025-10-04_113228.pdf</a:t>
            </a:r>
          </a:p>
          <a:p>
            <a:r>
              <a:t>exports/2025-10-04/export_2025-10-04_120839.zip</a:t>
            </a:r>
          </a:p>
          <a:p>
            <a:r>
              <a:t>exports/2025-10-04/export_2025-10-04_120845.pdf</a:t>
            </a:r>
          </a:p>
          <a:p>
            <a:r>
              <a:t>exports/2025-10-04/images.zip</a:t>
            </a:r>
          </a:p>
          <a:p>
            <a:r>
              <a:t>jobs/results/result_demo_366e1e.zip</a:t>
            </a:r>
          </a:p>
        </p:txBody>
      </p:sp>
    </p:spTree>
  </p:cSld>
  <p:clrMapOvr>
    <a:masterClrMapping/>
  </p:clrMapOvr>
</p:sld>
</file>