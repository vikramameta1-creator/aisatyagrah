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4x3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 <Relationship Id="rId2" Type="http://schemas.openxmlformats.org/officeDocument/2006/relationships/image" Target="../media/image2.png"/> <Relationship Id="rId3" Type="http://schemas.openxmlformats.org/officeDocument/2006/relationships/image" Target="../media/image3.png"/> <Relationship Id="rId4" Type="http://schemas.openxmlformats.org/officeDocument/2006/relationships/hyperlink" Target="http://127.0.0.1:9000/api/file?rel=exports/2025-10-04/contact_sheet.pdf" TargetMode="External"/> <Relationship Id="rId5" Type="http://schemas.openxmlformats.org/officeDocument/2006/relationships/hyperlink" Target="http://127.0.0.1:9000/api/file?rel=exports/2025-10-04/export.gif" TargetMode="External"/> <Relationship Id="rId6" Type="http://schemas.openxmlformats.org/officeDocument/2006/relationships/hyperlink" Target="http://127.0.0.1:9000/api/file?rel=exports/2025-10-04/export.mp4" TargetMode="External"/> <Relationship Id="rId7" Type="http://schemas.openxmlformats.org/officeDocument/2006/relationships/hyperlink" Target="http://127.0.0.1:9000/api/file?rel=exports/2025-10-04/export.pptx" TargetMode="External"/> <Relationship Id="rId8" Type="http://schemas.openxmlformats.org/officeDocument/2006/relationships/hyperlink" Target="http://127.0.0.1:9000/api/file?rel=exports/2025-10-04/export_2025-10-04_111233.zip" TargetMode="External"/> <Relationship Id="rId9" Type="http://schemas.openxmlformats.org/officeDocument/2006/relationships/hyperlink" Target="http://127.0.0.1:9000/api/file?rel=exports/2025-10-04/export_2025-10-04_113228.pdf" TargetMode="External"/> <Relationship Id="rId10" Type="http://schemas.openxmlformats.org/officeDocument/2006/relationships/hyperlink" Target="http://127.0.0.1:9000/api/file?rel=exports/2025-10-04/export_2025-10-04_120839.zip" TargetMode="External"/> <Relationship Id="rId11" Type="http://schemas.openxmlformats.org/officeDocument/2006/relationships/hyperlink" Target="http://127.0.0.1:9000/api/file?rel=exports/2025-10-04/export_2025-10-04_120845.pdf" TargetMode="External"/> <Relationship Id="rId12" Type="http://schemas.openxmlformats.org/officeDocument/2006/relationships/hyperlink" Target="http://127.0.0.1:9000/api/file?rel=exports/2025-10-04/export_2025-10-04_120845.pptx" TargetMode="External"/> <Relationship Id="rId13" Type="http://schemas.openxmlformats.org/officeDocument/2006/relationships/hyperlink" Target="http://127.0.0.1:9000/api/file?rel=exports/2025-10-04/export_2025-10-04_120846.csv" TargetMode="External"/> <Relationship Id="rId14" Type="http://schemas.openxmlformats.org/officeDocument/2006/relationships/hyperlink" Target="http://127.0.0.1:9000/api/file?rel=exports/2025-10-04/export_2025-10-04_121626.zip" TargetMode="External"/> <Relationship Id="rId15" Type="http://schemas.openxmlformats.org/officeDocument/2006/relationships/hyperlink" Target="http://127.0.0.1:9000/api/file?rel=exports/2025-10-04/export_2025-10-04_121628.pdf" TargetMode="External"/> <Relationship Id="rId16" Type="http://schemas.openxmlformats.org/officeDocument/2006/relationships/hyperlink" Target="http://127.0.0.1:9000/api/file?rel=exports/2025-10-04/export_2025-10-04_121630.pptx" TargetMode="External"/> <Relationship Id="rId17" Type="http://schemas.openxmlformats.org/officeDocument/2006/relationships/hyperlink" Target="http://127.0.0.1:9000/api/file?rel=exports/2025-10-04/export_2025-10-04_121632.csv" TargetMode="External"/> <Relationship Id="rId18" Type="http://schemas.openxmlformats.org/officeDocument/2006/relationships/hyperlink" Target="http://127.0.0.1:9000/api/file?rel=exports/2025-10-04/export_2025-10-04_121633.csv" TargetMode="External"/> <Relationship Id="rId19" Type="http://schemas.openxmlformats.org/officeDocument/2006/relationships/hyperlink" Target="http://127.0.0.1:9000/api/file?rel=exports/2025-10-04/export_2025-10-04_121633.pdf" TargetMode="External"/> <Relationship Id="rId20" Type="http://schemas.openxmlformats.org/officeDocument/2006/relationships/hyperlink" Target="http://127.0.0.1:9000/api/file?rel=exports/2025-10-04/export_2025-10-04_121633.pptx" TargetMode="External"/> <Relationship Id="rId21" Type="http://schemas.openxmlformats.org/officeDocument/2006/relationships/hyperlink" Target="http://127.0.0.1:9000/api/file?rel=exports/2025-10-04/export_2025-10-04_121633.zip" TargetMode="External"/> <Relationship Id="rId22" Type="http://schemas.openxmlformats.org/officeDocument/2006/relationships/hyperlink" Target="http://127.0.0.1:9000/api/file?rel=exports/2025-10-04/export_2025-10-04_122306.csv" TargetMode="External"/> <Relationship Id="rId23" Type="http://schemas.openxmlformats.org/officeDocument/2006/relationships/hyperlink" Target="http://127.0.0.1:9000/api/file?rel=exports/2025-10-04/export_2025-10-04_122306.pdf" TargetMode="External"/> <Relationship Id="rId24" Type="http://schemas.openxmlformats.org/officeDocument/2006/relationships/hyperlink" Target="http://127.0.0.1:9000/api/file?rel=exports/2025-10-04/export_2025-10-04_122306.pptx" TargetMode="External"/> <Relationship Id="rId25" Type="http://schemas.openxmlformats.org/officeDocument/2006/relationships/hyperlink" Target="http://127.0.0.1:9000/api/file?rel=exports/2025-10-04/export_2025-10-04_122306.zip" TargetMode="External"/> <Relationship Id="rId26" Type="http://schemas.openxmlformats.org/officeDocument/2006/relationships/hyperlink" Target="http://127.0.0.1:9000/api/file?rel=exports/2025-10-04/export_2025-10-04_122307.gif" TargetMode="External"/> <Relationship Id="rId27" Type="http://schemas.openxmlformats.org/officeDocument/2006/relationships/hyperlink" Target="http://127.0.0.1:9000/api/file?rel=exports/2025-10-04/export_2025-10-04_122307.mp4" TargetMode="External"/> <Relationship Id="rId28" Type="http://schemas.openxmlformats.org/officeDocument/2006/relationships/hyperlink" Target="http://127.0.0.1:9000/api/file?rel=exports/2025-10-04/export_2025-10-04_123023.mp4" TargetMode="External"/> <Relationship Id="rId29" Type="http://schemas.openxmlformats.org/officeDocument/2006/relationships/hyperlink" Target="http://127.0.0.1:9000/api/file?rel=exports/2025-10-04/export_2025-10-04_123024.zip" TargetMode="External"/> <Relationship Id="rId30" Type="http://schemas.openxmlformats.org/officeDocument/2006/relationships/hyperlink" Target="http://127.0.0.1:9000/api/file?rel=exports/2025-10-04/export_2025-10-04_123025.csv" TargetMode="External"/> <Relationship Id="rId31" Type="http://schemas.openxmlformats.org/officeDocument/2006/relationships/hyperlink" Target="http://127.0.0.1:9000/api/file?rel=exports/2025-10-04/export_2025-10-04_123025.gif" TargetMode="External"/> <Relationship Id="rId32" Type="http://schemas.openxmlformats.org/officeDocument/2006/relationships/hyperlink" Target="http://127.0.0.1:9000/api/file?rel=exports/2025-10-04/export_2025-10-04_123025.mp4" TargetMode="External"/> <Relationship Id="rId33" Type="http://schemas.openxmlformats.org/officeDocument/2006/relationships/hyperlink" Target="http://127.0.0.1:9000/api/file?rel=exports/2025-10-04/export_2025-10-04_123025.pdf" TargetMode="External"/> <Relationship Id="rId34" Type="http://schemas.openxmlformats.org/officeDocument/2006/relationships/hyperlink" Target="http://127.0.0.1:9000/api/file?rel=exports/2025-10-04/export_2025-10-04_123025.pptx" TargetMode="External"/> <Relationship Id="rId35" Type="http://schemas.openxmlformats.org/officeDocument/2006/relationships/hyperlink" Target="http://127.0.0.1:9000/api/file?rel=exports/2025-10-04/images.zip" TargetMode="External"/> <Relationship Id="rId36" Type="http://schemas.openxmlformats.org/officeDocument/2006/relationships/hyperlink" Target="http://127.0.0.1:9000/api/file?rel=jobs/results/result_demo_366e1e.zip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AISatyagrah Export — 2025-10-04</a:t>
            </a:r>
          </a:p>
        </p:txBody>
      </p:sp>
      <p:pic>
        <p:nvPicPr>
          <p:cNvPr id="11" name="export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1920240"/>
          </a:xfrm>
          <a:prstGeom prst="rect">
            <a:avLst/>
          </a:prstGeom>
        </p:spPr>
      </p:pic>
      <p:pic>
        <p:nvPicPr>
          <p:cNvPr id="12" name="export_2025-10-04_122307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1097280"/>
            <a:ext cx="3017520" cy="1920240"/>
          </a:xfrm>
          <a:prstGeom prst="rect">
            <a:avLst/>
          </a:prstGeom>
        </p:spPr>
      </p:pic>
      <p:pic>
        <p:nvPicPr>
          <p:cNvPr id="13" name="export_2025-10-04_123025.gif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3017520" cy="1920240"/>
          </a:xfrm>
          <a:prstGeom prst="rect">
            <a:avLst/>
          </a:prstGeom>
        </p:spPr>
      </p:pic>
      <p:sp>
        <p:nvSpPr>
          <p:cNvPr id="3" name="List"/>
          <p:cNvSpPr/>
          <p:nvPr/>
        </p:nvSpPr>
        <p:spPr>
          <a:xfrm>
            <a:off x="457200" y="5486400"/>
            <a:ext cx="9144000" cy="914400"/>
          </a:xfrm>
        </p:spPr>
        <p:txBody>
          <a:bodyPr/>
          <a:lstStyle/>
          <a:p>
            <a:r>
              <a:rPr>
                <a:hlinkClick r:id="rId4"/>
              </a:rPr>
              <a:t>exports/2025-10-04/contact_sheet.pdf</a:t>
            </a:r>
          </a:p>
          <a:p>
            <a:r>
              <a:rPr>
                <a:hlinkClick r:id="rId5"/>
              </a:rPr>
              <a:t>exports/2025-10-04/export.gif</a:t>
            </a:r>
          </a:p>
          <a:p>
            <a:r>
              <a:rPr>
                <a:hlinkClick r:id="rId6"/>
              </a:rPr>
              <a:t>exports/2025-10-04/export.mp4</a:t>
            </a:r>
          </a:p>
          <a:p>
            <a:r>
              <a:rPr>
                <a:hlinkClick r:id="rId7"/>
              </a:rPr>
              <a:t>exports/2025-10-04/export.pptx</a:t>
            </a:r>
          </a:p>
          <a:p>
            <a:r>
              <a:rPr>
                <a:hlinkClick r:id="rId8"/>
              </a:rPr>
              <a:t>exports/2025-10-04/export_2025-10-04_111233.zip</a:t>
            </a:r>
          </a:p>
          <a:p>
            <a:r>
              <a:rPr>
                <a:hlinkClick r:id="rId9"/>
              </a:rPr>
              <a:t>exports/2025-10-04/export_2025-10-04_113228.pdf</a:t>
            </a:r>
          </a:p>
          <a:p>
            <a:r>
              <a:rPr>
                <a:hlinkClick r:id="rId10"/>
              </a:rPr>
              <a:t>exports/2025-10-04/export_2025-10-04_120839.zip</a:t>
            </a:r>
          </a:p>
          <a:p>
            <a:r>
              <a:rPr>
                <a:hlinkClick r:id="rId11"/>
              </a:rPr>
              <a:t>exports/2025-10-04/export_2025-10-04_120845.pdf</a:t>
            </a:r>
          </a:p>
          <a:p>
            <a:r>
              <a:rPr>
                <a:hlinkClick r:id="rId12"/>
              </a:rPr>
              <a:t>exports/2025-10-04/export_2025-10-04_120845.pptx</a:t>
            </a:r>
          </a:p>
          <a:p>
            <a:r>
              <a:rPr>
                <a:hlinkClick r:id="rId13"/>
              </a:rPr>
              <a:t>exports/2025-10-04/export_2025-10-04_120846.csv</a:t>
            </a:r>
          </a:p>
          <a:p>
            <a:r>
              <a:rPr>
                <a:hlinkClick r:id="rId14"/>
              </a:rPr>
              <a:t>exports/2025-10-04/export_2025-10-04_121626.zip</a:t>
            </a:r>
          </a:p>
          <a:p>
            <a:r>
              <a:rPr>
                <a:hlinkClick r:id="rId15"/>
              </a:rPr>
              <a:t>exports/2025-10-04/export_2025-10-04_121628.pdf</a:t>
            </a:r>
          </a:p>
          <a:p>
            <a:r>
              <a:rPr>
                <a:hlinkClick r:id="rId16"/>
              </a:rPr>
              <a:t>exports/2025-10-04/export_2025-10-04_121630.pptx</a:t>
            </a:r>
          </a:p>
          <a:p>
            <a:r>
              <a:rPr>
                <a:hlinkClick r:id="rId17"/>
              </a:rPr>
              <a:t>exports/2025-10-04/export_2025-10-04_121632.csv</a:t>
            </a:r>
          </a:p>
          <a:p>
            <a:r>
              <a:rPr>
                <a:hlinkClick r:id="rId18"/>
              </a:rPr>
              <a:t>exports/2025-10-04/export_2025-10-04_121633.csv</a:t>
            </a:r>
          </a:p>
          <a:p>
            <a:r>
              <a:rPr>
                <a:hlinkClick r:id="rId19"/>
              </a:rPr>
              <a:t>exports/2025-10-04/export_2025-10-04_121633.pdf</a:t>
            </a:r>
          </a:p>
          <a:p>
            <a:r>
              <a:rPr>
                <a:hlinkClick r:id="rId20"/>
              </a:rPr>
              <a:t>exports/2025-10-04/export_2025-10-04_121633.pptx</a:t>
            </a:r>
          </a:p>
          <a:p>
            <a:r>
              <a:rPr>
                <a:hlinkClick r:id="rId21"/>
              </a:rPr>
              <a:t>exports/2025-10-04/export_2025-10-04_121633.zip</a:t>
            </a:r>
          </a:p>
          <a:p>
            <a:r>
              <a:rPr>
                <a:hlinkClick r:id="rId22"/>
              </a:rPr>
              <a:t>exports/2025-10-04/export_2025-10-04_122306.csv</a:t>
            </a:r>
          </a:p>
          <a:p>
            <a:r>
              <a:rPr>
                <a:hlinkClick r:id="rId23"/>
              </a:rPr>
              <a:t>exports/2025-10-04/export_2025-10-04_122306.pdf</a:t>
            </a:r>
          </a:p>
          <a:p>
            <a:r>
              <a:rPr>
                <a:hlinkClick r:id="rId24"/>
              </a:rPr>
              <a:t>exports/2025-10-04/export_2025-10-04_122306.pptx</a:t>
            </a:r>
          </a:p>
          <a:p>
            <a:r>
              <a:rPr>
                <a:hlinkClick r:id="rId25"/>
              </a:rPr>
              <a:t>exports/2025-10-04/export_2025-10-04_122306.zip</a:t>
            </a:r>
          </a:p>
          <a:p>
            <a:r>
              <a:rPr>
                <a:hlinkClick r:id="rId26"/>
              </a:rPr>
              <a:t>exports/2025-10-04/export_2025-10-04_122307.gif</a:t>
            </a:r>
          </a:p>
          <a:p>
            <a:r>
              <a:rPr>
                <a:hlinkClick r:id="rId27"/>
              </a:rPr>
              <a:t>exports/2025-10-04/export_2025-10-04_122307.mp4</a:t>
            </a:r>
          </a:p>
          <a:p>
            <a:r>
              <a:rPr>
                <a:hlinkClick r:id="rId28"/>
              </a:rPr>
              <a:t>exports/2025-10-04/export_2025-10-04_123023.mp4</a:t>
            </a:r>
          </a:p>
          <a:p>
            <a:r>
              <a:rPr>
                <a:hlinkClick r:id="rId29"/>
              </a:rPr>
              <a:t>exports/2025-10-04/export_2025-10-04_123024.zip</a:t>
            </a:r>
          </a:p>
          <a:p>
            <a:r>
              <a:rPr>
                <a:hlinkClick r:id="rId30"/>
              </a:rPr>
              <a:t>exports/2025-10-04/export_2025-10-04_123025.csv</a:t>
            </a:r>
          </a:p>
          <a:p>
            <a:r>
              <a:rPr>
                <a:hlinkClick r:id="rId31"/>
              </a:rPr>
              <a:t>exports/2025-10-04/export_2025-10-04_123025.gif</a:t>
            </a:r>
          </a:p>
          <a:p>
            <a:r>
              <a:rPr>
                <a:hlinkClick r:id="rId32"/>
              </a:rPr>
              <a:t>exports/2025-10-04/export_2025-10-04_123025.mp4</a:t>
            </a:r>
          </a:p>
          <a:p>
            <a:r>
              <a:rPr>
                <a:hlinkClick r:id="rId33"/>
              </a:rPr>
              <a:t>exports/2025-10-04/export_2025-10-04_123025.pdf</a:t>
            </a:r>
          </a:p>
          <a:p>
            <a:r>
              <a:rPr>
                <a:hlinkClick r:id="rId34"/>
              </a:rPr>
              <a:t>exports/2025-10-04/export_2025-10-04_123025.pptx</a:t>
            </a:r>
          </a:p>
          <a:p>
            <a:r>
              <a:rPr>
                <a:hlinkClick r:id="rId35"/>
              </a:rPr>
              <a:t>exports/2025-10-04/images.zip</a:t>
            </a:r>
          </a:p>
          <a:p>
            <a:r>
              <a:rPr>
                <a:hlinkClick r:id="rId36"/>
              </a:rPr>
              <a:t>jobs/results/result_demo_366e1e.zip</a:t>
            </a:r>
          </a:p>
        </p:txBody>
      </p:sp>
    </p:spTree>
  </p:cSld>
  <p:clrMapOvr>
    <a:masterClrMapping/>
  </p:clrMapOvr>
</p:sld>
</file>