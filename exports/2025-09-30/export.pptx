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1440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/>
            </a:pPr>
            <a:r>
              <a:t>AISatyagrah — 2025-09-30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274552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